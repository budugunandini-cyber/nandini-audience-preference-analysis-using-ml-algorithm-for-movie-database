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9"/>
  </p:notesMasterIdLst>
  <p:sldIdLst>
    <p:sldId id="256" r:id="rId2"/>
    <p:sldId id="271" r:id="rId3"/>
    <p:sldId id="272" r:id="rId4"/>
    <p:sldId id="268" r:id="rId5"/>
    <p:sldId id="273" r:id="rId6"/>
    <p:sldId id="274" r:id="rId7"/>
    <p:sldId id="275" r:id="rId8"/>
    <p:sldId id="276" r:id="rId9"/>
    <p:sldId id="277" r:id="rId10"/>
    <p:sldId id="280" r:id="rId11"/>
    <p:sldId id="282" r:id="rId12"/>
    <p:sldId id="281" r:id="rId13"/>
    <p:sldId id="263" r:id="rId14"/>
    <p:sldId id="269" r:id="rId15"/>
    <p:sldId id="264" r:id="rId16"/>
    <p:sldId id="283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1780" y="3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F494F7-D052-4B02-9CD9-9E8F04317C63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663A283-9755-4650-AC11-3E7AB589F2EA}">
      <dgm:prSet/>
      <dgm:spPr/>
      <dgm:t>
        <a:bodyPr/>
        <a:lstStyle/>
        <a:p>
          <a:pPr rtl="0"/>
          <a:r>
            <a:rPr lang="en-US" smtClean="0"/>
            <a:t>User Device</a:t>
          </a:r>
          <a:endParaRPr lang="en-US"/>
        </a:p>
      </dgm:t>
    </dgm:pt>
    <dgm:pt modelId="{3AB2ED79-3369-46BB-A219-4047D49151B4}" type="parTrans" cxnId="{CB9E056D-C11F-4464-AE5E-45A8C46836D4}">
      <dgm:prSet/>
      <dgm:spPr/>
      <dgm:t>
        <a:bodyPr/>
        <a:lstStyle/>
        <a:p>
          <a:endParaRPr lang="en-US"/>
        </a:p>
      </dgm:t>
    </dgm:pt>
    <dgm:pt modelId="{AA1FBEF6-26FD-4189-B433-516F023208D2}" type="sibTrans" cxnId="{CB9E056D-C11F-4464-AE5E-45A8C46836D4}">
      <dgm:prSet/>
      <dgm:spPr/>
      <dgm:t>
        <a:bodyPr/>
        <a:lstStyle/>
        <a:p>
          <a:endParaRPr lang="en-US"/>
        </a:p>
      </dgm:t>
    </dgm:pt>
    <dgm:pt modelId="{D128EAE2-F519-41CE-B7EC-B3D456A87B67}">
      <dgm:prSet/>
      <dgm:spPr/>
      <dgm:t>
        <a:bodyPr/>
        <a:lstStyle/>
        <a:p>
          <a:pPr rtl="0"/>
          <a:r>
            <a:rPr lang="en-US" smtClean="0"/>
            <a:t>Web Application </a:t>
          </a:r>
          <a:endParaRPr lang="en-US"/>
        </a:p>
      </dgm:t>
    </dgm:pt>
    <dgm:pt modelId="{0F7BB51D-8D16-4FDD-AAD1-DADAD5F76CEF}" type="parTrans" cxnId="{C7CB96BA-169D-4380-A772-596DC7C332D2}">
      <dgm:prSet/>
      <dgm:spPr/>
      <dgm:t>
        <a:bodyPr/>
        <a:lstStyle/>
        <a:p>
          <a:endParaRPr lang="en-US"/>
        </a:p>
      </dgm:t>
    </dgm:pt>
    <dgm:pt modelId="{C3FCC629-6903-420C-ADD3-75585BCDF982}" type="sibTrans" cxnId="{C7CB96BA-169D-4380-A772-596DC7C332D2}">
      <dgm:prSet/>
      <dgm:spPr/>
      <dgm:t>
        <a:bodyPr/>
        <a:lstStyle/>
        <a:p>
          <a:endParaRPr lang="en-US"/>
        </a:p>
      </dgm:t>
    </dgm:pt>
    <dgm:pt modelId="{C994E6E6-F7AA-4A73-AA08-B7A0D2A97ED9}">
      <dgm:prSet/>
      <dgm:spPr/>
      <dgm:t>
        <a:bodyPr/>
        <a:lstStyle/>
        <a:p>
          <a:pPr rtl="0"/>
          <a:r>
            <a:rPr lang="en-US" smtClean="0"/>
            <a:t>ML Model </a:t>
          </a:r>
          <a:endParaRPr lang="en-US"/>
        </a:p>
      </dgm:t>
    </dgm:pt>
    <dgm:pt modelId="{D24551D9-FBAA-45BB-B262-07D477BD2D4B}" type="parTrans" cxnId="{6A973D92-39C1-4B0A-BAE6-77F412DE753B}">
      <dgm:prSet/>
      <dgm:spPr/>
      <dgm:t>
        <a:bodyPr/>
        <a:lstStyle/>
        <a:p>
          <a:endParaRPr lang="en-US"/>
        </a:p>
      </dgm:t>
    </dgm:pt>
    <dgm:pt modelId="{62706825-97F9-4AD0-99A1-1DFD576B1B76}" type="sibTrans" cxnId="{6A973D92-39C1-4B0A-BAE6-77F412DE753B}">
      <dgm:prSet/>
      <dgm:spPr/>
      <dgm:t>
        <a:bodyPr/>
        <a:lstStyle/>
        <a:p>
          <a:endParaRPr lang="en-US"/>
        </a:p>
      </dgm:t>
    </dgm:pt>
    <dgm:pt modelId="{0077B3F7-A502-4440-8A0D-5C8007F65EF8}">
      <dgm:prSet/>
      <dgm:spPr/>
      <dgm:t>
        <a:bodyPr/>
        <a:lstStyle/>
        <a:p>
          <a:pPr rtl="0"/>
          <a:r>
            <a:rPr lang="en-US" smtClean="0"/>
            <a:t>Database </a:t>
          </a:r>
          <a:endParaRPr lang="en-US"/>
        </a:p>
      </dgm:t>
    </dgm:pt>
    <dgm:pt modelId="{8469DC4D-EE23-4710-892B-98656AF65233}" type="parTrans" cxnId="{84089E7B-F876-4166-AFD1-F0976A67F396}">
      <dgm:prSet/>
      <dgm:spPr/>
      <dgm:t>
        <a:bodyPr/>
        <a:lstStyle/>
        <a:p>
          <a:endParaRPr lang="en-US"/>
        </a:p>
      </dgm:t>
    </dgm:pt>
    <dgm:pt modelId="{12E02CE7-A82D-43EB-B126-9F3FE728FA4A}" type="sibTrans" cxnId="{84089E7B-F876-4166-AFD1-F0976A67F396}">
      <dgm:prSet/>
      <dgm:spPr/>
      <dgm:t>
        <a:bodyPr/>
        <a:lstStyle/>
        <a:p>
          <a:endParaRPr lang="en-US"/>
        </a:p>
      </dgm:t>
    </dgm:pt>
    <dgm:pt modelId="{8F30E1E3-A4E4-4247-BA2D-5C9CCD7DBB5F}">
      <dgm:prSet/>
      <dgm:spPr/>
      <dgm:t>
        <a:bodyPr/>
        <a:lstStyle/>
        <a:p>
          <a:pPr rtl="0"/>
          <a:r>
            <a:rPr lang="en-US" smtClean="0"/>
            <a:t>Response</a:t>
          </a:r>
          <a:endParaRPr lang="en-US"/>
        </a:p>
      </dgm:t>
    </dgm:pt>
    <dgm:pt modelId="{C3B81F44-5CDC-4817-BBBC-F6B61265315C}" type="parTrans" cxnId="{CD82259D-E48B-4A91-9E1E-1C095D781846}">
      <dgm:prSet/>
      <dgm:spPr/>
      <dgm:t>
        <a:bodyPr/>
        <a:lstStyle/>
        <a:p>
          <a:endParaRPr lang="en-US"/>
        </a:p>
      </dgm:t>
    </dgm:pt>
    <dgm:pt modelId="{2D12FE85-68A7-4A7F-99F1-71F4925BAD8F}" type="sibTrans" cxnId="{CD82259D-E48B-4A91-9E1E-1C095D781846}">
      <dgm:prSet/>
      <dgm:spPr/>
      <dgm:t>
        <a:bodyPr/>
        <a:lstStyle/>
        <a:p>
          <a:endParaRPr lang="en-US"/>
        </a:p>
      </dgm:t>
    </dgm:pt>
    <dgm:pt modelId="{19591EDE-B5CE-47DE-B943-CE25EF72FB32}" type="pres">
      <dgm:prSet presAssocID="{68F494F7-D052-4B02-9CD9-9E8F04317C63}" presName="cycle" presStyleCnt="0">
        <dgm:presLayoutVars>
          <dgm:dir/>
          <dgm:resizeHandles val="exact"/>
        </dgm:presLayoutVars>
      </dgm:prSet>
      <dgm:spPr/>
    </dgm:pt>
    <dgm:pt modelId="{6D39150D-E6E6-40A9-82C6-D4012AB34D6D}" type="pres">
      <dgm:prSet presAssocID="{C663A283-9755-4650-AC11-3E7AB589F2EA}" presName="node" presStyleLbl="node1" presStyleIdx="0" presStyleCnt="5">
        <dgm:presLayoutVars>
          <dgm:bulletEnabled val="1"/>
        </dgm:presLayoutVars>
      </dgm:prSet>
      <dgm:spPr/>
    </dgm:pt>
    <dgm:pt modelId="{5BCB2A0F-E51D-4518-84A0-2D1373F8ECAC}" type="pres">
      <dgm:prSet presAssocID="{AA1FBEF6-26FD-4189-B433-516F023208D2}" presName="sibTrans" presStyleLbl="sibTrans2D1" presStyleIdx="0" presStyleCnt="5"/>
      <dgm:spPr/>
    </dgm:pt>
    <dgm:pt modelId="{AF3BAED2-3038-4E8A-B125-D4B011B78489}" type="pres">
      <dgm:prSet presAssocID="{AA1FBEF6-26FD-4189-B433-516F023208D2}" presName="connectorText" presStyleLbl="sibTrans2D1" presStyleIdx="0" presStyleCnt="5"/>
      <dgm:spPr/>
    </dgm:pt>
    <dgm:pt modelId="{24E38EE9-259D-4574-A2DF-F1560DAF1E85}" type="pres">
      <dgm:prSet presAssocID="{D128EAE2-F519-41CE-B7EC-B3D456A87B67}" presName="node" presStyleLbl="node1" presStyleIdx="1" presStyleCnt="5">
        <dgm:presLayoutVars>
          <dgm:bulletEnabled val="1"/>
        </dgm:presLayoutVars>
      </dgm:prSet>
      <dgm:spPr/>
    </dgm:pt>
    <dgm:pt modelId="{0B0DBDE9-2AB9-41A0-AFAA-3855E6CDFE10}" type="pres">
      <dgm:prSet presAssocID="{C3FCC629-6903-420C-ADD3-75585BCDF982}" presName="sibTrans" presStyleLbl="sibTrans2D1" presStyleIdx="1" presStyleCnt="5"/>
      <dgm:spPr/>
    </dgm:pt>
    <dgm:pt modelId="{EDC25025-7AE3-44FD-BFC5-C6C94729A0C6}" type="pres">
      <dgm:prSet presAssocID="{C3FCC629-6903-420C-ADD3-75585BCDF982}" presName="connectorText" presStyleLbl="sibTrans2D1" presStyleIdx="1" presStyleCnt="5"/>
      <dgm:spPr/>
    </dgm:pt>
    <dgm:pt modelId="{6992ED1A-E5E8-43BE-8EEC-523FE2DEF1A2}" type="pres">
      <dgm:prSet presAssocID="{C994E6E6-F7AA-4A73-AA08-B7A0D2A97ED9}" presName="node" presStyleLbl="node1" presStyleIdx="2" presStyleCnt="5">
        <dgm:presLayoutVars>
          <dgm:bulletEnabled val="1"/>
        </dgm:presLayoutVars>
      </dgm:prSet>
      <dgm:spPr/>
    </dgm:pt>
    <dgm:pt modelId="{7079DE60-B22E-4CB5-9F86-54F0AA5A56E4}" type="pres">
      <dgm:prSet presAssocID="{62706825-97F9-4AD0-99A1-1DFD576B1B76}" presName="sibTrans" presStyleLbl="sibTrans2D1" presStyleIdx="2" presStyleCnt="5"/>
      <dgm:spPr/>
    </dgm:pt>
    <dgm:pt modelId="{01AE851B-E986-4001-B05D-0D050108F803}" type="pres">
      <dgm:prSet presAssocID="{62706825-97F9-4AD0-99A1-1DFD576B1B76}" presName="connectorText" presStyleLbl="sibTrans2D1" presStyleIdx="2" presStyleCnt="5"/>
      <dgm:spPr/>
    </dgm:pt>
    <dgm:pt modelId="{C05F95EF-A09C-4E74-A55B-E468ED929EC7}" type="pres">
      <dgm:prSet presAssocID="{0077B3F7-A502-4440-8A0D-5C8007F65EF8}" presName="node" presStyleLbl="node1" presStyleIdx="3" presStyleCnt="5">
        <dgm:presLayoutVars>
          <dgm:bulletEnabled val="1"/>
        </dgm:presLayoutVars>
      </dgm:prSet>
      <dgm:spPr/>
    </dgm:pt>
    <dgm:pt modelId="{D4079982-5AD7-4FE5-AF6E-4C88E9D27EBB}" type="pres">
      <dgm:prSet presAssocID="{12E02CE7-A82D-43EB-B126-9F3FE728FA4A}" presName="sibTrans" presStyleLbl="sibTrans2D1" presStyleIdx="3" presStyleCnt="5"/>
      <dgm:spPr/>
    </dgm:pt>
    <dgm:pt modelId="{52DC76F2-E6C7-4D1F-BCD7-5DBB9750DFE4}" type="pres">
      <dgm:prSet presAssocID="{12E02CE7-A82D-43EB-B126-9F3FE728FA4A}" presName="connectorText" presStyleLbl="sibTrans2D1" presStyleIdx="3" presStyleCnt="5"/>
      <dgm:spPr/>
    </dgm:pt>
    <dgm:pt modelId="{0B1C3EEF-8527-4528-99AF-F80CFAA5D63E}" type="pres">
      <dgm:prSet presAssocID="{8F30E1E3-A4E4-4247-BA2D-5C9CCD7DBB5F}" presName="node" presStyleLbl="node1" presStyleIdx="4" presStyleCnt="5">
        <dgm:presLayoutVars>
          <dgm:bulletEnabled val="1"/>
        </dgm:presLayoutVars>
      </dgm:prSet>
      <dgm:spPr/>
    </dgm:pt>
    <dgm:pt modelId="{7998C094-FE07-470D-A4D9-86190EDCB61A}" type="pres">
      <dgm:prSet presAssocID="{2D12FE85-68A7-4A7F-99F1-71F4925BAD8F}" presName="sibTrans" presStyleLbl="sibTrans2D1" presStyleIdx="4" presStyleCnt="5"/>
      <dgm:spPr/>
    </dgm:pt>
    <dgm:pt modelId="{962D669A-C962-46F8-BE73-63A33868B1DF}" type="pres">
      <dgm:prSet presAssocID="{2D12FE85-68A7-4A7F-99F1-71F4925BAD8F}" presName="connectorText" presStyleLbl="sibTrans2D1" presStyleIdx="4" presStyleCnt="5"/>
      <dgm:spPr/>
    </dgm:pt>
  </dgm:ptLst>
  <dgm:cxnLst>
    <dgm:cxn modelId="{0C03E36D-53F8-43D1-A88D-D3FFCD1664A5}" type="presOf" srcId="{68F494F7-D052-4B02-9CD9-9E8F04317C63}" destId="{19591EDE-B5CE-47DE-B943-CE25EF72FB32}" srcOrd="0" destOrd="0" presId="urn:microsoft.com/office/officeart/2005/8/layout/cycle2"/>
    <dgm:cxn modelId="{84089E7B-F876-4166-AFD1-F0976A67F396}" srcId="{68F494F7-D052-4B02-9CD9-9E8F04317C63}" destId="{0077B3F7-A502-4440-8A0D-5C8007F65EF8}" srcOrd="3" destOrd="0" parTransId="{8469DC4D-EE23-4710-892B-98656AF65233}" sibTransId="{12E02CE7-A82D-43EB-B126-9F3FE728FA4A}"/>
    <dgm:cxn modelId="{C7CB96BA-169D-4380-A772-596DC7C332D2}" srcId="{68F494F7-D052-4B02-9CD9-9E8F04317C63}" destId="{D128EAE2-F519-41CE-B7EC-B3D456A87B67}" srcOrd="1" destOrd="0" parTransId="{0F7BB51D-8D16-4FDD-AAD1-DADAD5F76CEF}" sibTransId="{C3FCC629-6903-420C-ADD3-75585BCDF982}"/>
    <dgm:cxn modelId="{0755A8D7-9299-4A24-A6DE-640BE9400AE9}" type="presOf" srcId="{AA1FBEF6-26FD-4189-B433-516F023208D2}" destId="{5BCB2A0F-E51D-4518-84A0-2D1373F8ECAC}" srcOrd="0" destOrd="0" presId="urn:microsoft.com/office/officeart/2005/8/layout/cycle2"/>
    <dgm:cxn modelId="{6A973D92-39C1-4B0A-BAE6-77F412DE753B}" srcId="{68F494F7-D052-4B02-9CD9-9E8F04317C63}" destId="{C994E6E6-F7AA-4A73-AA08-B7A0D2A97ED9}" srcOrd="2" destOrd="0" parTransId="{D24551D9-FBAA-45BB-B262-07D477BD2D4B}" sibTransId="{62706825-97F9-4AD0-99A1-1DFD576B1B76}"/>
    <dgm:cxn modelId="{026CD989-1B8C-47C3-8C7F-07A9AA1D1BA7}" type="presOf" srcId="{C663A283-9755-4650-AC11-3E7AB589F2EA}" destId="{6D39150D-E6E6-40A9-82C6-D4012AB34D6D}" srcOrd="0" destOrd="0" presId="urn:microsoft.com/office/officeart/2005/8/layout/cycle2"/>
    <dgm:cxn modelId="{5DDC4D4F-113F-467F-8234-184BD54760E0}" type="presOf" srcId="{2D12FE85-68A7-4A7F-99F1-71F4925BAD8F}" destId="{962D669A-C962-46F8-BE73-63A33868B1DF}" srcOrd="1" destOrd="0" presId="urn:microsoft.com/office/officeart/2005/8/layout/cycle2"/>
    <dgm:cxn modelId="{CB9E056D-C11F-4464-AE5E-45A8C46836D4}" srcId="{68F494F7-D052-4B02-9CD9-9E8F04317C63}" destId="{C663A283-9755-4650-AC11-3E7AB589F2EA}" srcOrd="0" destOrd="0" parTransId="{3AB2ED79-3369-46BB-A219-4047D49151B4}" sibTransId="{AA1FBEF6-26FD-4189-B433-516F023208D2}"/>
    <dgm:cxn modelId="{340D50B6-2A04-42A8-A7CC-69A3919CD363}" type="presOf" srcId="{62706825-97F9-4AD0-99A1-1DFD576B1B76}" destId="{7079DE60-B22E-4CB5-9F86-54F0AA5A56E4}" srcOrd="0" destOrd="0" presId="urn:microsoft.com/office/officeart/2005/8/layout/cycle2"/>
    <dgm:cxn modelId="{348C53CC-2615-4356-A708-C391DE542A49}" type="presOf" srcId="{2D12FE85-68A7-4A7F-99F1-71F4925BAD8F}" destId="{7998C094-FE07-470D-A4D9-86190EDCB61A}" srcOrd="0" destOrd="0" presId="urn:microsoft.com/office/officeart/2005/8/layout/cycle2"/>
    <dgm:cxn modelId="{BF6DA53A-F495-4BC7-AEFD-855FF5148C70}" type="presOf" srcId="{12E02CE7-A82D-43EB-B126-9F3FE728FA4A}" destId="{D4079982-5AD7-4FE5-AF6E-4C88E9D27EBB}" srcOrd="0" destOrd="0" presId="urn:microsoft.com/office/officeart/2005/8/layout/cycle2"/>
    <dgm:cxn modelId="{EA95F60B-431C-4A46-889C-AF5CEE9014A5}" type="presOf" srcId="{12E02CE7-A82D-43EB-B126-9F3FE728FA4A}" destId="{52DC76F2-E6C7-4D1F-BCD7-5DBB9750DFE4}" srcOrd="1" destOrd="0" presId="urn:microsoft.com/office/officeart/2005/8/layout/cycle2"/>
    <dgm:cxn modelId="{FDD3C375-97CF-4852-9B95-2A93642B8419}" type="presOf" srcId="{C994E6E6-F7AA-4A73-AA08-B7A0D2A97ED9}" destId="{6992ED1A-E5E8-43BE-8EEC-523FE2DEF1A2}" srcOrd="0" destOrd="0" presId="urn:microsoft.com/office/officeart/2005/8/layout/cycle2"/>
    <dgm:cxn modelId="{CD82259D-E48B-4A91-9E1E-1C095D781846}" srcId="{68F494F7-D052-4B02-9CD9-9E8F04317C63}" destId="{8F30E1E3-A4E4-4247-BA2D-5C9CCD7DBB5F}" srcOrd="4" destOrd="0" parTransId="{C3B81F44-5CDC-4817-BBBC-F6B61265315C}" sibTransId="{2D12FE85-68A7-4A7F-99F1-71F4925BAD8F}"/>
    <dgm:cxn modelId="{3BBB8B06-D9F7-44F8-A64E-94C4FACEE284}" type="presOf" srcId="{D128EAE2-F519-41CE-B7EC-B3D456A87B67}" destId="{24E38EE9-259D-4574-A2DF-F1560DAF1E85}" srcOrd="0" destOrd="0" presId="urn:microsoft.com/office/officeart/2005/8/layout/cycle2"/>
    <dgm:cxn modelId="{3671C934-1055-417E-BE00-71A81B7C5834}" type="presOf" srcId="{62706825-97F9-4AD0-99A1-1DFD576B1B76}" destId="{01AE851B-E986-4001-B05D-0D050108F803}" srcOrd="1" destOrd="0" presId="urn:microsoft.com/office/officeart/2005/8/layout/cycle2"/>
    <dgm:cxn modelId="{C6338B68-FDA1-439A-B8FA-0E6934F13BF2}" type="presOf" srcId="{AA1FBEF6-26FD-4189-B433-516F023208D2}" destId="{AF3BAED2-3038-4E8A-B125-D4B011B78489}" srcOrd="1" destOrd="0" presId="urn:microsoft.com/office/officeart/2005/8/layout/cycle2"/>
    <dgm:cxn modelId="{9C408C88-F862-48B3-91E6-1092F7A645E9}" type="presOf" srcId="{8F30E1E3-A4E4-4247-BA2D-5C9CCD7DBB5F}" destId="{0B1C3EEF-8527-4528-99AF-F80CFAA5D63E}" srcOrd="0" destOrd="0" presId="urn:microsoft.com/office/officeart/2005/8/layout/cycle2"/>
    <dgm:cxn modelId="{2426B3E8-C283-4CC0-9537-BD9BBE29E3DC}" type="presOf" srcId="{C3FCC629-6903-420C-ADD3-75585BCDF982}" destId="{0B0DBDE9-2AB9-41A0-AFAA-3855E6CDFE10}" srcOrd="0" destOrd="0" presId="urn:microsoft.com/office/officeart/2005/8/layout/cycle2"/>
    <dgm:cxn modelId="{3F4F3313-88F7-4DFC-B2C7-A63B8FE1416E}" type="presOf" srcId="{0077B3F7-A502-4440-8A0D-5C8007F65EF8}" destId="{C05F95EF-A09C-4E74-A55B-E468ED929EC7}" srcOrd="0" destOrd="0" presId="urn:microsoft.com/office/officeart/2005/8/layout/cycle2"/>
    <dgm:cxn modelId="{4039B880-38EC-40D4-B299-540B5906F1DF}" type="presOf" srcId="{C3FCC629-6903-420C-ADD3-75585BCDF982}" destId="{EDC25025-7AE3-44FD-BFC5-C6C94729A0C6}" srcOrd="1" destOrd="0" presId="urn:microsoft.com/office/officeart/2005/8/layout/cycle2"/>
    <dgm:cxn modelId="{35A3AF32-371C-42E0-9232-6F93EC549D96}" type="presParOf" srcId="{19591EDE-B5CE-47DE-B943-CE25EF72FB32}" destId="{6D39150D-E6E6-40A9-82C6-D4012AB34D6D}" srcOrd="0" destOrd="0" presId="urn:microsoft.com/office/officeart/2005/8/layout/cycle2"/>
    <dgm:cxn modelId="{700620CF-A7AF-4443-992F-4EB2D7F05B8A}" type="presParOf" srcId="{19591EDE-B5CE-47DE-B943-CE25EF72FB32}" destId="{5BCB2A0F-E51D-4518-84A0-2D1373F8ECAC}" srcOrd="1" destOrd="0" presId="urn:microsoft.com/office/officeart/2005/8/layout/cycle2"/>
    <dgm:cxn modelId="{F91014FC-1EF5-4E97-9377-9F11DE74DB1E}" type="presParOf" srcId="{5BCB2A0F-E51D-4518-84A0-2D1373F8ECAC}" destId="{AF3BAED2-3038-4E8A-B125-D4B011B78489}" srcOrd="0" destOrd="0" presId="urn:microsoft.com/office/officeart/2005/8/layout/cycle2"/>
    <dgm:cxn modelId="{E9BBBC76-C0D9-4C91-B262-04DC2A069F4A}" type="presParOf" srcId="{19591EDE-B5CE-47DE-B943-CE25EF72FB32}" destId="{24E38EE9-259D-4574-A2DF-F1560DAF1E85}" srcOrd="2" destOrd="0" presId="urn:microsoft.com/office/officeart/2005/8/layout/cycle2"/>
    <dgm:cxn modelId="{99A9741A-F82C-47CB-864A-6D249C106C70}" type="presParOf" srcId="{19591EDE-B5CE-47DE-B943-CE25EF72FB32}" destId="{0B0DBDE9-2AB9-41A0-AFAA-3855E6CDFE10}" srcOrd="3" destOrd="0" presId="urn:microsoft.com/office/officeart/2005/8/layout/cycle2"/>
    <dgm:cxn modelId="{6D22B6A9-2D46-4654-84EF-6993DAD727C4}" type="presParOf" srcId="{0B0DBDE9-2AB9-41A0-AFAA-3855E6CDFE10}" destId="{EDC25025-7AE3-44FD-BFC5-C6C94729A0C6}" srcOrd="0" destOrd="0" presId="urn:microsoft.com/office/officeart/2005/8/layout/cycle2"/>
    <dgm:cxn modelId="{A110027B-9DCF-448E-B903-AADE2E7157C2}" type="presParOf" srcId="{19591EDE-B5CE-47DE-B943-CE25EF72FB32}" destId="{6992ED1A-E5E8-43BE-8EEC-523FE2DEF1A2}" srcOrd="4" destOrd="0" presId="urn:microsoft.com/office/officeart/2005/8/layout/cycle2"/>
    <dgm:cxn modelId="{A8605CEB-1C1F-46CA-BDFC-E872657D1DAA}" type="presParOf" srcId="{19591EDE-B5CE-47DE-B943-CE25EF72FB32}" destId="{7079DE60-B22E-4CB5-9F86-54F0AA5A56E4}" srcOrd="5" destOrd="0" presId="urn:microsoft.com/office/officeart/2005/8/layout/cycle2"/>
    <dgm:cxn modelId="{0A784C9B-A1F3-4532-A899-5503D7681FD9}" type="presParOf" srcId="{7079DE60-B22E-4CB5-9F86-54F0AA5A56E4}" destId="{01AE851B-E986-4001-B05D-0D050108F803}" srcOrd="0" destOrd="0" presId="urn:microsoft.com/office/officeart/2005/8/layout/cycle2"/>
    <dgm:cxn modelId="{D99FBB66-134D-4DDB-8622-4D9E8082A0DE}" type="presParOf" srcId="{19591EDE-B5CE-47DE-B943-CE25EF72FB32}" destId="{C05F95EF-A09C-4E74-A55B-E468ED929EC7}" srcOrd="6" destOrd="0" presId="urn:microsoft.com/office/officeart/2005/8/layout/cycle2"/>
    <dgm:cxn modelId="{27627242-1C72-4D59-BFB4-B15E9A15E642}" type="presParOf" srcId="{19591EDE-B5CE-47DE-B943-CE25EF72FB32}" destId="{D4079982-5AD7-4FE5-AF6E-4C88E9D27EBB}" srcOrd="7" destOrd="0" presId="urn:microsoft.com/office/officeart/2005/8/layout/cycle2"/>
    <dgm:cxn modelId="{24AD9F15-A21F-4DF8-8F7C-278C75122AA0}" type="presParOf" srcId="{D4079982-5AD7-4FE5-AF6E-4C88E9D27EBB}" destId="{52DC76F2-E6C7-4D1F-BCD7-5DBB9750DFE4}" srcOrd="0" destOrd="0" presId="urn:microsoft.com/office/officeart/2005/8/layout/cycle2"/>
    <dgm:cxn modelId="{94502383-A20B-49B6-932F-B2A9FC2E9375}" type="presParOf" srcId="{19591EDE-B5CE-47DE-B943-CE25EF72FB32}" destId="{0B1C3EEF-8527-4528-99AF-F80CFAA5D63E}" srcOrd="8" destOrd="0" presId="urn:microsoft.com/office/officeart/2005/8/layout/cycle2"/>
    <dgm:cxn modelId="{4B1F1740-1EC8-468B-95E5-0C36440FC249}" type="presParOf" srcId="{19591EDE-B5CE-47DE-B943-CE25EF72FB32}" destId="{7998C094-FE07-470D-A4D9-86190EDCB61A}" srcOrd="9" destOrd="0" presId="urn:microsoft.com/office/officeart/2005/8/layout/cycle2"/>
    <dgm:cxn modelId="{794B8B1E-3E8E-41C2-87E1-930C443DBB31}" type="presParOf" srcId="{7998C094-FE07-470D-A4D9-86190EDCB61A}" destId="{962D669A-C962-46F8-BE73-63A33868B1D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39150D-E6E6-40A9-82C6-D4012AB34D6D}">
      <dsp:nvSpPr>
        <dsp:cNvPr id="0" name=""/>
        <dsp:cNvSpPr/>
      </dsp:nvSpPr>
      <dsp:spPr>
        <a:xfrm>
          <a:off x="3178708" y="1162"/>
          <a:ext cx="1346719" cy="13467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User Device</a:t>
          </a:r>
          <a:endParaRPr lang="en-US" sz="1500" kern="1200"/>
        </a:p>
      </dsp:txBody>
      <dsp:txXfrm>
        <a:off x="3375930" y="198384"/>
        <a:ext cx="952275" cy="952275"/>
      </dsp:txXfrm>
    </dsp:sp>
    <dsp:sp modelId="{5BCB2A0F-E51D-4518-84A0-2D1373F8ECAC}">
      <dsp:nvSpPr>
        <dsp:cNvPr id="0" name=""/>
        <dsp:cNvSpPr/>
      </dsp:nvSpPr>
      <dsp:spPr>
        <a:xfrm rot="2160000">
          <a:off x="4482601" y="1035026"/>
          <a:ext cx="356905" cy="4545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4492825" y="1094462"/>
        <a:ext cx="249834" cy="272711"/>
      </dsp:txXfrm>
    </dsp:sp>
    <dsp:sp modelId="{24E38EE9-259D-4574-A2DF-F1560DAF1E85}">
      <dsp:nvSpPr>
        <dsp:cNvPr id="0" name=""/>
        <dsp:cNvSpPr/>
      </dsp:nvSpPr>
      <dsp:spPr>
        <a:xfrm>
          <a:off x="4813025" y="1188563"/>
          <a:ext cx="1346719" cy="13467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Web Application </a:t>
          </a:r>
          <a:endParaRPr lang="en-US" sz="1500" kern="1200"/>
        </a:p>
      </dsp:txBody>
      <dsp:txXfrm>
        <a:off x="5010247" y="1385785"/>
        <a:ext cx="952275" cy="952275"/>
      </dsp:txXfrm>
    </dsp:sp>
    <dsp:sp modelId="{0B0DBDE9-2AB9-41A0-AFAA-3855E6CDFE10}">
      <dsp:nvSpPr>
        <dsp:cNvPr id="0" name=""/>
        <dsp:cNvSpPr/>
      </dsp:nvSpPr>
      <dsp:spPr>
        <a:xfrm rot="6480000">
          <a:off x="4998926" y="2585684"/>
          <a:ext cx="356905" cy="4545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 rot="10800000">
        <a:off x="5069005" y="2625672"/>
        <a:ext cx="249834" cy="272711"/>
      </dsp:txXfrm>
    </dsp:sp>
    <dsp:sp modelId="{6992ED1A-E5E8-43BE-8EEC-523FE2DEF1A2}">
      <dsp:nvSpPr>
        <dsp:cNvPr id="0" name=""/>
        <dsp:cNvSpPr/>
      </dsp:nvSpPr>
      <dsp:spPr>
        <a:xfrm>
          <a:off x="4188772" y="3109817"/>
          <a:ext cx="1346719" cy="13467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ML Model </a:t>
          </a:r>
          <a:endParaRPr lang="en-US" sz="1500" kern="1200"/>
        </a:p>
      </dsp:txBody>
      <dsp:txXfrm>
        <a:off x="4385994" y="3307039"/>
        <a:ext cx="952275" cy="952275"/>
      </dsp:txXfrm>
    </dsp:sp>
    <dsp:sp modelId="{7079DE60-B22E-4CB5-9F86-54F0AA5A56E4}">
      <dsp:nvSpPr>
        <dsp:cNvPr id="0" name=""/>
        <dsp:cNvSpPr/>
      </dsp:nvSpPr>
      <dsp:spPr>
        <a:xfrm rot="10800000">
          <a:off x="3683716" y="3555918"/>
          <a:ext cx="356905" cy="4545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 rot="10800000">
        <a:off x="3790787" y="3646821"/>
        <a:ext cx="249834" cy="272711"/>
      </dsp:txXfrm>
    </dsp:sp>
    <dsp:sp modelId="{C05F95EF-A09C-4E74-A55B-E468ED929EC7}">
      <dsp:nvSpPr>
        <dsp:cNvPr id="0" name=""/>
        <dsp:cNvSpPr/>
      </dsp:nvSpPr>
      <dsp:spPr>
        <a:xfrm>
          <a:off x="2168645" y="3109817"/>
          <a:ext cx="1346719" cy="13467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Database </a:t>
          </a:r>
          <a:endParaRPr lang="en-US" sz="1500" kern="1200"/>
        </a:p>
      </dsp:txBody>
      <dsp:txXfrm>
        <a:off x="2365867" y="3307039"/>
        <a:ext cx="952275" cy="952275"/>
      </dsp:txXfrm>
    </dsp:sp>
    <dsp:sp modelId="{D4079982-5AD7-4FE5-AF6E-4C88E9D27EBB}">
      <dsp:nvSpPr>
        <dsp:cNvPr id="0" name=""/>
        <dsp:cNvSpPr/>
      </dsp:nvSpPr>
      <dsp:spPr>
        <a:xfrm rot="15120000">
          <a:off x="2354546" y="2604898"/>
          <a:ext cx="356905" cy="4545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 rot="10800000">
        <a:off x="2424625" y="2746716"/>
        <a:ext cx="249834" cy="272711"/>
      </dsp:txXfrm>
    </dsp:sp>
    <dsp:sp modelId="{0B1C3EEF-8527-4528-99AF-F80CFAA5D63E}">
      <dsp:nvSpPr>
        <dsp:cNvPr id="0" name=""/>
        <dsp:cNvSpPr/>
      </dsp:nvSpPr>
      <dsp:spPr>
        <a:xfrm>
          <a:off x="1544392" y="1188563"/>
          <a:ext cx="1346719" cy="13467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Response</a:t>
          </a:r>
          <a:endParaRPr lang="en-US" sz="1500" kern="1200"/>
        </a:p>
      </dsp:txBody>
      <dsp:txXfrm>
        <a:off x="1741614" y="1385785"/>
        <a:ext cx="952275" cy="952275"/>
      </dsp:txXfrm>
    </dsp:sp>
    <dsp:sp modelId="{7998C094-FE07-470D-A4D9-86190EDCB61A}">
      <dsp:nvSpPr>
        <dsp:cNvPr id="0" name=""/>
        <dsp:cNvSpPr/>
      </dsp:nvSpPr>
      <dsp:spPr>
        <a:xfrm rot="19440000">
          <a:off x="2848285" y="1046901"/>
          <a:ext cx="356905" cy="4545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2858509" y="1169271"/>
        <a:ext cx="249834" cy="2727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614EE-5205-4D5A-9ACA-51A93B434B1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8F6F90-4C68-4258-B127-CDF8D466A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73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347215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4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7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48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90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99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1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3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1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7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06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42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85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28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26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93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37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50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48991"/>
            <a:ext cx="8153399" cy="165099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b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3300" b="1" dirty="0"/>
              <a:t>Audience Preference Analysis Using ML</a:t>
            </a:r>
          </a:p>
          <a:p>
            <a:r>
              <a:rPr sz="3300" b="1" dirty="0"/>
              <a:t>(Movie Database)</a:t>
            </a:r>
          </a:p>
        </p:txBody>
      </p:sp>
      <p:sp>
        <p:nvSpPr>
          <p:cNvPr id="3" name="Subtitle 2"/>
          <p:cNvSpPr>
            <a:spLocks noGrp="1"/>
          </p:cNvSpPr>
          <p:nvPr>
            <p:ph sz="half" idx="1"/>
          </p:nvPr>
        </p:nvSpPr>
        <p:spPr>
          <a:xfrm>
            <a:off x="982133" y="3921760"/>
            <a:ext cx="3739896" cy="260096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dirty="0" smtClean="0"/>
              <a:t>    </a:t>
            </a:r>
            <a:r>
              <a:rPr b="1" dirty="0" smtClean="0"/>
              <a:t> </a:t>
            </a:r>
            <a:r>
              <a:rPr sz="2300" b="1" i="1" dirty="0"/>
              <a:t>Review Presentation</a:t>
            </a:r>
            <a:r>
              <a:rPr lang="en-US" sz="2300" b="1" i="1" dirty="0"/>
              <a:t> By</a:t>
            </a:r>
            <a:endParaRPr sz="2300" b="1" i="1" dirty="0"/>
          </a:p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B. </a:t>
            </a:r>
            <a:r>
              <a:rPr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Nandini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-          22781A1211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K.Tejaswini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-        22781A1254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K.Venu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Gopal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-    22781A1241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K.Ravi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Kishore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-  22781A1248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5680" y="4511040"/>
            <a:ext cx="3881120" cy="18592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i="1" dirty="0"/>
              <a:t>Guided by :</a:t>
            </a:r>
          </a:p>
          <a:p>
            <a:pPr marL="0" indent="0" algn="ctr">
              <a:buNone/>
            </a:pPr>
            <a:r>
              <a:rPr lang="en-US" b="1" dirty="0"/>
              <a:t>“</a:t>
            </a:r>
            <a:r>
              <a:rPr lang="en-US" b="1" dirty="0" err="1"/>
              <a:t>Dr.J.Velmurugan</a:t>
            </a:r>
            <a:r>
              <a:rPr lang="en-US" b="1" dirty="0"/>
              <a:t>”</a:t>
            </a:r>
          </a:p>
          <a:p>
            <a:pPr marL="0" indent="0" algn="ctr">
              <a:buNone/>
            </a:pPr>
            <a:r>
              <a:rPr lang="en-US" dirty="0" err="1"/>
              <a:t>MTech,PhD,Professor</a:t>
            </a:r>
            <a:r>
              <a:rPr lang="en-US" dirty="0"/>
              <a:t>&amp;</a:t>
            </a:r>
          </a:p>
          <a:p>
            <a:pPr marL="0" indent="0" algn="ctr">
              <a:buNone/>
            </a:pPr>
            <a:r>
              <a:rPr lang="en-US" dirty="0"/>
              <a:t>HOD of 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C5FAB-9ECF-D51C-852D-4B9DB70D1CC9}"/>
              </a:ext>
            </a:extLst>
          </p:cNvPr>
          <p:cNvSpPr txBox="1"/>
          <p:nvPr/>
        </p:nvSpPr>
        <p:spPr>
          <a:xfrm>
            <a:off x="2478362" y="488944"/>
            <a:ext cx="6096000" cy="1546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ctr">
              <a:lnSpc>
                <a:spcPct val="115000"/>
              </a:lnSpc>
              <a:spcAft>
                <a:spcPts val="825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SRI VENKATAESHWARA COLLEGE OF ENGINEERING AND TECHNOLOGY (AUTONOMOUS)</a:t>
            </a:r>
            <a:endParaRPr lang="en-IN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indent="-6350" algn="ctr">
              <a:lnSpc>
                <a:spcPct val="115000"/>
              </a:lnSpc>
              <a:spcAft>
                <a:spcPts val="825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R.V.S Nagar, Chittoor – 517 127. (A.P)</a:t>
            </a:r>
          </a:p>
          <a:p>
            <a:pPr marL="6350" indent="-6350" algn="ctr">
              <a:lnSpc>
                <a:spcPct val="115000"/>
              </a:lnSpc>
              <a:spcAft>
                <a:spcPts val="825"/>
              </a:spcAft>
            </a:pPr>
            <a:r>
              <a:rPr lang="en-US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Department of </a:t>
            </a: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Information Technology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16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CD46B701-0E3E-D0F6-ABAD-7FE3BC99294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3542" y="470356"/>
            <a:ext cx="1734820" cy="1778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User interacts with frontend interface</a:t>
            </a:r>
          </a:p>
          <a:p>
            <a:r>
              <a:rPr lang="en-US" dirty="0"/>
              <a:t>System collects movie &amp; user preference data</a:t>
            </a:r>
          </a:p>
          <a:p>
            <a:r>
              <a:rPr lang="en-US" dirty="0"/>
              <a:t>Data is cleaned and processed</a:t>
            </a:r>
          </a:p>
          <a:p>
            <a:r>
              <a:rPr lang="en-US" dirty="0"/>
              <a:t>ML algorithm analyzes similarity</a:t>
            </a:r>
          </a:p>
          <a:p>
            <a:r>
              <a:rPr lang="en-US" dirty="0"/>
              <a:t>Recommendation engine generates suggestions</a:t>
            </a:r>
          </a:p>
          <a:p>
            <a:r>
              <a:rPr lang="en-US" dirty="0"/>
              <a:t>Output shown to user</a:t>
            </a:r>
          </a:p>
          <a:p>
            <a:r>
              <a:rPr lang="en-US" dirty="0"/>
              <a:t>Feedback stored for improvement</a:t>
            </a:r>
          </a:p>
        </p:txBody>
      </p:sp>
    </p:spTree>
    <p:extLst>
      <p:ext uri="{BB962C8B-B14F-4D97-AF65-F5344CB8AC3E}">
        <p14:creationId xmlns:p14="http://schemas.microsoft.com/office/powerpoint/2010/main" val="270971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1" y="2667000"/>
            <a:ext cx="7457440" cy="3332163"/>
          </a:xfrm>
        </p:spPr>
      </p:pic>
    </p:spTree>
    <p:extLst>
      <p:ext uri="{BB962C8B-B14F-4D97-AF65-F5344CB8AC3E}">
        <p14:creationId xmlns:p14="http://schemas.microsoft.com/office/powerpoint/2010/main" val="306004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 Design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53532" y="2438400"/>
            <a:ext cx="3907367" cy="4419600"/>
          </a:xfrm>
        </p:spPr>
        <p:txBody>
          <a:bodyPr>
            <a:noAutofit/>
          </a:bodyPr>
          <a:lstStyle/>
          <a:p>
            <a:r>
              <a:rPr lang="en-US" sz="2200" dirty="0"/>
              <a:t>User Interface </a:t>
            </a:r>
            <a:r>
              <a:rPr lang="en-US" sz="2200" dirty="0" smtClean="0"/>
              <a:t>Module Allows </a:t>
            </a:r>
            <a:r>
              <a:rPr lang="en-US" sz="2200" dirty="0"/>
              <a:t>user login and </a:t>
            </a:r>
            <a:r>
              <a:rPr lang="en-US" sz="2200" dirty="0" smtClean="0"/>
              <a:t>interaction User </a:t>
            </a:r>
            <a:r>
              <a:rPr lang="en-US" sz="2200" dirty="0"/>
              <a:t>selects genres or searches </a:t>
            </a:r>
            <a:r>
              <a:rPr lang="en-US" sz="2200" dirty="0" smtClean="0"/>
              <a:t>movies Displays </a:t>
            </a:r>
            <a:r>
              <a:rPr lang="en-US" sz="2200" dirty="0"/>
              <a:t>recommended </a:t>
            </a:r>
            <a:r>
              <a:rPr lang="en-US" sz="2200" dirty="0" smtClean="0"/>
              <a:t>movies Collects </a:t>
            </a:r>
            <a:r>
              <a:rPr lang="en-US" sz="2200" dirty="0"/>
              <a:t>user feedback and </a:t>
            </a:r>
            <a:r>
              <a:rPr lang="en-US" sz="2200" dirty="0" smtClean="0"/>
              <a:t>ratings</a:t>
            </a:r>
          </a:p>
          <a:p>
            <a:r>
              <a:rPr lang="en-US" sz="2200" dirty="0" smtClean="0"/>
              <a:t>👉 </a:t>
            </a:r>
            <a:r>
              <a:rPr lang="en-US" sz="2200" dirty="0"/>
              <a:t>Purpose: Acts as communication bridge between user and system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77190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sz="2200" dirty="0"/>
              <a:t>Data Collection </a:t>
            </a:r>
            <a:r>
              <a:rPr lang="en-US" sz="2200" dirty="0" smtClean="0"/>
              <a:t>Module Collects </a:t>
            </a:r>
            <a:r>
              <a:rPr lang="en-US" sz="2200" dirty="0"/>
              <a:t>movie </a:t>
            </a:r>
            <a:r>
              <a:rPr lang="en-US" sz="2200" dirty="0" smtClean="0"/>
              <a:t>dataset Stores </a:t>
            </a:r>
            <a:r>
              <a:rPr lang="en-US" sz="2200" dirty="0"/>
              <a:t>user watch </a:t>
            </a:r>
            <a:r>
              <a:rPr lang="en-US" sz="2200" dirty="0" smtClean="0"/>
              <a:t>history Maintains </a:t>
            </a:r>
            <a:r>
              <a:rPr lang="en-US" sz="2200" dirty="0"/>
              <a:t>ratings and </a:t>
            </a:r>
            <a:r>
              <a:rPr lang="en-US" sz="2200" dirty="0" smtClean="0"/>
              <a:t>preferences Fetches </a:t>
            </a:r>
            <a:r>
              <a:rPr lang="en-US" sz="2200" dirty="0"/>
              <a:t>data from </a:t>
            </a:r>
            <a:r>
              <a:rPr lang="en-US" sz="2200" dirty="0" smtClean="0"/>
              <a:t>database</a:t>
            </a:r>
          </a:p>
          <a:p>
            <a:r>
              <a:rPr lang="en-US" sz="2200" dirty="0" smtClean="0"/>
              <a:t>👉 </a:t>
            </a:r>
            <a:r>
              <a:rPr lang="en-US" sz="2200" dirty="0"/>
              <a:t>Purpose: Supplies raw data for recommendation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4660899" y="2438400"/>
            <a:ext cx="0" cy="438150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105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667000"/>
            <a:ext cx="4036229" cy="4191000"/>
          </a:xfrm>
        </p:spPr>
        <p:txBody>
          <a:bodyPr>
            <a:normAutofit lnSpcReduction="10000"/>
          </a:bodyPr>
          <a:lstStyle/>
          <a:p>
            <a:r>
              <a:rPr lang="en-US" sz="2200" dirty="0" smtClean="0"/>
              <a:t>Ratings Table Stores </a:t>
            </a:r>
            <a:r>
              <a:rPr lang="en-US" sz="2200" dirty="0"/>
              <a:t>user </a:t>
            </a:r>
            <a:r>
              <a:rPr lang="en-US" sz="2200" dirty="0" smtClean="0"/>
              <a:t>ratings </a:t>
            </a:r>
          </a:p>
          <a:p>
            <a:r>
              <a:rPr lang="en-US" sz="2200" dirty="0" smtClean="0"/>
              <a:t>Fields:</a:t>
            </a:r>
          </a:p>
          <a:p>
            <a:r>
              <a:rPr lang="en-US" sz="2200" dirty="0" err="1" smtClean="0"/>
              <a:t>Rating_ID</a:t>
            </a:r>
            <a:r>
              <a:rPr lang="en-US" sz="2200" dirty="0" smtClean="0"/>
              <a:t> </a:t>
            </a:r>
            <a:r>
              <a:rPr lang="en-US" sz="2200" dirty="0"/>
              <a:t>(Primary </a:t>
            </a:r>
            <a:r>
              <a:rPr lang="en-US" sz="2200" dirty="0" smtClean="0"/>
              <a:t>Key)</a:t>
            </a:r>
          </a:p>
          <a:p>
            <a:r>
              <a:rPr lang="en-US" sz="2200" dirty="0" err="1" smtClean="0"/>
              <a:t>User_ID</a:t>
            </a:r>
            <a:r>
              <a:rPr lang="en-US" sz="2200" dirty="0" smtClean="0"/>
              <a:t> </a:t>
            </a:r>
            <a:r>
              <a:rPr lang="en-US" sz="2200" dirty="0"/>
              <a:t>(Foreign Key</a:t>
            </a:r>
            <a:r>
              <a:rPr lang="en-US" sz="2200" dirty="0" smtClean="0"/>
              <a:t>)</a:t>
            </a:r>
            <a:endParaRPr lang="en-US" sz="2200" dirty="0"/>
          </a:p>
          <a:p>
            <a:r>
              <a:rPr lang="en-US" sz="2200" dirty="0" err="1" smtClean="0"/>
              <a:t>Movie_ID</a:t>
            </a:r>
            <a:r>
              <a:rPr lang="en-US" sz="2200" dirty="0" smtClean="0"/>
              <a:t> </a:t>
            </a:r>
            <a:r>
              <a:rPr lang="en-US" sz="2200" dirty="0"/>
              <a:t>(Foreign </a:t>
            </a:r>
            <a:r>
              <a:rPr lang="en-US" sz="2200" dirty="0" smtClean="0"/>
              <a:t>Key)</a:t>
            </a:r>
          </a:p>
          <a:p>
            <a:r>
              <a:rPr lang="en-US" sz="2200" dirty="0" err="1" smtClean="0"/>
              <a:t>Rating_Value</a:t>
            </a:r>
            <a:endParaRPr lang="en-US" sz="2200" dirty="0" smtClean="0"/>
          </a:p>
          <a:p>
            <a:r>
              <a:rPr lang="en-US" sz="2200" dirty="0" smtClean="0"/>
              <a:t>👉 </a:t>
            </a:r>
            <a:r>
              <a:rPr lang="en-US" sz="2200" dirty="0"/>
              <a:t>Purpose: Connects users and movies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4191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 </a:t>
            </a:r>
            <a:r>
              <a:rPr lang="en-US" sz="2200" dirty="0"/>
              <a:t>Recommendation </a:t>
            </a:r>
            <a:r>
              <a:rPr lang="en-US" sz="2200" dirty="0" smtClean="0"/>
              <a:t>Table Stores </a:t>
            </a:r>
            <a:r>
              <a:rPr lang="en-US" sz="2200" dirty="0"/>
              <a:t>generated </a:t>
            </a:r>
            <a:r>
              <a:rPr lang="en-US" sz="2200" dirty="0" smtClean="0"/>
              <a:t>suggestions</a:t>
            </a:r>
          </a:p>
          <a:p>
            <a:r>
              <a:rPr lang="en-US" sz="2200" dirty="0" smtClean="0"/>
              <a:t>Fields:</a:t>
            </a:r>
          </a:p>
          <a:p>
            <a:r>
              <a:rPr lang="en-US" sz="2200" dirty="0" err="1" smtClean="0"/>
              <a:t>Recommendation_ID</a:t>
            </a:r>
            <a:endParaRPr lang="en-US" sz="2200" dirty="0" smtClean="0"/>
          </a:p>
          <a:p>
            <a:r>
              <a:rPr lang="en-US" sz="2200" dirty="0" err="1" smtClean="0"/>
              <a:t>User_ID</a:t>
            </a:r>
            <a:endParaRPr lang="en-US" sz="2200" dirty="0"/>
          </a:p>
          <a:p>
            <a:r>
              <a:rPr lang="en-US" sz="2200" dirty="0" err="1" smtClean="0"/>
              <a:t>Movie_ID</a:t>
            </a:r>
            <a:endParaRPr lang="en-US" sz="2200" dirty="0"/>
          </a:p>
          <a:p>
            <a:r>
              <a:rPr lang="en-US" sz="2200" dirty="0" err="1" smtClean="0"/>
              <a:t>Similarity_Score</a:t>
            </a:r>
            <a:endParaRPr lang="en-US" sz="2200" dirty="0" smtClean="0"/>
          </a:p>
          <a:p>
            <a:r>
              <a:rPr lang="en-US" sz="2200" dirty="0" smtClean="0"/>
              <a:t>👉 </a:t>
            </a:r>
            <a:r>
              <a:rPr lang="en-US" sz="2200" dirty="0"/>
              <a:t>Purpose: Saves recommendation results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709329" y="2438400"/>
            <a:ext cx="12700" cy="461010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72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/>
              <a:t>F</a:t>
            </a:r>
            <a:r>
              <a:rPr lang="en-US" dirty="0" smtClean="0"/>
              <a:t>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gives preferences / search </a:t>
            </a:r>
            <a:r>
              <a:rPr lang="en-US" dirty="0" smtClean="0"/>
              <a:t>input System </a:t>
            </a:r>
            <a:r>
              <a:rPr lang="en-US" dirty="0"/>
              <a:t>processes </a:t>
            </a:r>
            <a:r>
              <a:rPr lang="en-US" dirty="0" smtClean="0"/>
              <a:t>request Recommendation </a:t>
            </a:r>
            <a:r>
              <a:rPr lang="en-US" dirty="0"/>
              <a:t>engine analyzes </a:t>
            </a:r>
            <a:r>
              <a:rPr lang="en-US" dirty="0" smtClean="0"/>
              <a:t>data Recommended </a:t>
            </a:r>
            <a:r>
              <a:rPr lang="en-US" dirty="0"/>
              <a:t>movies returned to </a:t>
            </a:r>
            <a:r>
              <a:rPr lang="en-US" dirty="0" smtClean="0"/>
              <a:t>user</a:t>
            </a:r>
          </a:p>
          <a:p>
            <a:r>
              <a:rPr lang="en-US" dirty="0" smtClean="0"/>
              <a:t>👉 </a:t>
            </a:r>
            <a:r>
              <a:rPr lang="en-US" dirty="0"/>
              <a:t>This shows the entire system as a single process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Simple </a:t>
            </a:r>
            <a:r>
              <a:rPr lang="en-US" dirty="0"/>
              <a:t>representation</a:t>
            </a:r>
            <a:r>
              <a:rPr lang="en-US" dirty="0" smtClean="0"/>
              <a:t>: User </a:t>
            </a:r>
            <a:r>
              <a:rPr lang="en-US" dirty="0"/>
              <a:t>→ Recommendation System → Movie Suggestions</a:t>
            </a:r>
          </a:p>
        </p:txBody>
      </p:sp>
    </p:spTree>
    <p:extLst>
      <p:ext uri="{BB962C8B-B14F-4D97-AF65-F5344CB8AC3E}">
        <p14:creationId xmlns:p14="http://schemas.microsoft.com/office/powerpoint/2010/main" val="349614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57400"/>
            <a:ext cx="7704667" cy="46609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User </a:t>
            </a: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 ↓</a:t>
            </a:r>
          </a:p>
          <a:p>
            <a:pPr marL="0" indent="0" algn="ctr">
              <a:buNone/>
            </a:pPr>
            <a:r>
              <a:rPr lang="en-US" b="1" dirty="0" smtClean="0"/>
              <a:t>User </a:t>
            </a:r>
            <a:r>
              <a:rPr lang="en-US" b="1" dirty="0"/>
              <a:t>Input Module </a:t>
            </a: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 ↓</a:t>
            </a:r>
          </a:p>
          <a:p>
            <a:pPr marL="0" indent="0" algn="ctr">
              <a:buNone/>
            </a:pPr>
            <a:r>
              <a:rPr lang="en-US" b="1" dirty="0" smtClean="0"/>
              <a:t>Data </a:t>
            </a:r>
            <a:r>
              <a:rPr lang="en-US" b="1" dirty="0"/>
              <a:t>Processing Module </a:t>
            </a: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 ↓</a:t>
            </a:r>
          </a:p>
          <a:p>
            <a:pPr marL="0" indent="0" algn="ctr">
              <a:buNone/>
            </a:pPr>
            <a:r>
              <a:rPr lang="en-US" b="1" dirty="0" smtClean="0"/>
              <a:t>Recommendation </a:t>
            </a:r>
            <a:r>
              <a:rPr lang="en-US" b="1" dirty="0"/>
              <a:t>Engine  </a:t>
            </a:r>
            <a:r>
              <a:rPr lang="en-US" b="1" dirty="0" smtClean="0"/>
              <a:t>↔ </a:t>
            </a:r>
          </a:p>
          <a:p>
            <a:pPr marL="0" indent="0" algn="ctr">
              <a:buNone/>
            </a:pPr>
            <a:r>
              <a:rPr lang="en-US" b="1" dirty="0" smtClean="0"/>
              <a:t>Database</a:t>
            </a:r>
          </a:p>
          <a:p>
            <a:pPr marL="0" indent="0" algn="ctr">
              <a:buNone/>
            </a:pPr>
            <a:r>
              <a:rPr lang="en-US" b="1" dirty="0" smtClean="0"/>
              <a:t>  ↓</a:t>
            </a:r>
          </a:p>
          <a:p>
            <a:pPr marL="0" indent="0" algn="ctr">
              <a:buNone/>
            </a:pPr>
            <a:r>
              <a:rPr lang="en-US" b="1" dirty="0" smtClean="0"/>
              <a:t>Output </a:t>
            </a:r>
            <a:r>
              <a:rPr lang="en-US" b="1" dirty="0"/>
              <a:t>Module 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351710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and implementation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260600"/>
            <a:ext cx="7704667" cy="41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Technologies </a:t>
            </a:r>
            <a:r>
              <a:rPr lang="en-US" b="1" dirty="0" smtClean="0"/>
              <a:t>Used:</a:t>
            </a:r>
          </a:p>
          <a:p>
            <a:r>
              <a:rPr lang="en-US" dirty="0" smtClean="0"/>
              <a:t>Python</a:t>
            </a:r>
          </a:p>
          <a:p>
            <a:r>
              <a:rPr lang="en-US" dirty="0" smtClean="0"/>
              <a:t>Pandas </a:t>
            </a:r>
            <a:r>
              <a:rPr lang="en-US" dirty="0"/>
              <a:t>&amp; </a:t>
            </a:r>
            <a:r>
              <a:rPr lang="en-US" dirty="0" err="1"/>
              <a:t>NumPy</a:t>
            </a:r>
            <a:r>
              <a:rPr lang="en-US" dirty="0"/>
              <a:t> (data handling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Scikit</a:t>
            </a:r>
            <a:r>
              <a:rPr lang="en-US" dirty="0" smtClean="0"/>
              <a:t>-learn </a:t>
            </a:r>
            <a:r>
              <a:rPr lang="en-US" dirty="0"/>
              <a:t>(ML algorithm</a:t>
            </a:r>
            <a:r>
              <a:rPr lang="en-US" dirty="0" smtClean="0"/>
              <a:t>)</a:t>
            </a:r>
          </a:p>
          <a:p>
            <a:r>
              <a:rPr lang="en-US" dirty="0" smtClean="0"/>
              <a:t>Flask </a:t>
            </a:r>
            <a:r>
              <a:rPr lang="en-US" dirty="0"/>
              <a:t>/ </a:t>
            </a:r>
            <a:r>
              <a:rPr lang="en-US" dirty="0" err="1"/>
              <a:t>Streamlit</a:t>
            </a:r>
            <a:r>
              <a:rPr lang="en-US" dirty="0"/>
              <a:t> (frontend – optional</a:t>
            </a:r>
            <a:r>
              <a:rPr lang="en-US" dirty="0" smtClean="0"/>
              <a:t>)</a:t>
            </a:r>
          </a:p>
          <a:p>
            <a:r>
              <a:rPr lang="en-US" dirty="0" smtClean="0"/>
              <a:t>CSV </a:t>
            </a:r>
            <a:r>
              <a:rPr lang="en-US" dirty="0"/>
              <a:t>dataset (movie data</a:t>
            </a:r>
            <a:r>
              <a:rPr lang="en-US" dirty="0" smtClean="0"/>
              <a:t>)</a:t>
            </a:r>
          </a:p>
          <a:p>
            <a:r>
              <a:rPr lang="en-US" dirty="0" smtClean="0"/>
              <a:t>Implementation </a:t>
            </a:r>
            <a:r>
              <a:rPr lang="en-US" dirty="0"/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223839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33" y="6351"/>
            <a:ext cx="7704667" cy="901699"/>
          </a:xfrm>
        </p:spPr>
        <p:txBody>
          <a:bodyPr/>
          <a:lstStyle/>
          <a:p>
            <a:r>
              <a:rPr lang="en-US" dirty="0" smtClean="0"/>
              <a:t>Text Cases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0558305"/>
              </p:ext>
            </p:extLst>
          </p:nvPr>
        </p:nvGraphicFramePr>
        <p:xfrm>
          <a:off x="177800" y="1535680"/>
          <a:ext cx="8686800" cy="5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956">
                  <a:extLst>
                    <a:ext uri="{9D8B030D-6E8A-4147-A177-3AD203B41FA5}">
                      <a16:colId xmlns:a16="http://schemas.microsoft.com/office/drawing/2014/main" val="1820788766"/>
                    </a:ext>
                  </a:extLst>
                </a:gridCol>
                <a:gridCol w="2183764">
                  <a:extLst>
                    <a:ext uri="{9D8B030D-6E8A-4147-A177-3AD203B41FA5}">
                      <a16:colId xmlns:a16="http://schemas.microsoft.com/office/drawing/2014/main" val="1471128905"/>
                    </a:ext>
                  </a:extLst>
                </a:gridCol>
                <a:gridCol w="1580516">
                  <a:extLst>
                    <a:ext uri="{9D8B030D-6E8A-4147-A177-3AD203B41FA5}">
                      <a16:colId xmlns:a16="http://schemas.microsoft.com/office/drawing/2014/main" val="3945765511"/>
                    </a:ext>
                  </a:extLst>
                </a:gridCol>
                <a:gridCol w="2292350">
                  <a:extLst>
                    <a:ext uri="{9D8B030D-6E8A-4147-A177-3AD203B41FA5}">
                      <a16:colId xmlns:a16="http://schemas.microsoft.com/office/drawing/2014/main" val="1402616170"/>
                    </a:ext>
                  </a:extLst>
                </a:gridCol>
                <a:gridCol w="1339214">
                  <a:extLst>
                    <a:ext uri="{9D8B030D-6E8A-4147-A177-3AD203B41FA5}">
                      <a16:colId xmlns:a16="http://schemas.microsoft.com/office/drawing/2014/main" val="4221040709"/>
                    </a:ext>
                  </a:extLst>
                </a:gridCol>
              </a:tblGrid>
              <a:tr h="870120">
                <a:tc>
                  <a:txBody>
                    <a:bodyPr/>
                    <a:lstStyle/>
                    <a:p>
                      <a:r>
                        <a:rPr lang="en-US" dirty="0" smtClean="0"/>
                        <a:t>Test</a:t>
                      </a:r>
                      <a:r>
                        <a:rPr lang="en-US" baseline="0" dirty="0" smtClean="0"/>
                        <a:t> case 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Test scenario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Expected</a:t>
                      </a:r>
                      <a:r>
                        <a:rPr lang="en-US" baseline="0" dirty="0" smtClean="0"/>
                        <a:t> output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result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41270"/>
                  </a:ext>
                </a:extLst>
              </a:tr>
              <a:tr h="870120">
                <a:tc>
                  <a:txBody>
                    <a:bodyPr/>
                    <a:lstStyle/>
                    <a:p>
                      <a:r>
                        <a:rPr lang="en-US" dirty="0" smtClean="0"/>
                        <a:t>TC01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User selects</a:t>
                      </a:r>
                      <a:r>
                        <a:rPr lang="en-US" baseline="0" dirty="0" smtClean="0"/>
                        <a:t> a valid movie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Avatar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System recommends similar movies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390593"/>
                  </a:ext>
                </a:extLst>
              </a:tr>
              <a:tr h="870120">
                <a:tc>
                  <a:txBody>
                    <a:bodyPr/>
                    <a:lstStyle/>
                    <a:p>
                      <a:r>
                        <a:rPr lang="en-US" dirty="0" smtClean="0"/>
                        <a:t>TC02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User enters unknown</a:t>
                      </a:r>
                      <a:r>
                        <a:rPr lang="en-US" baseline="0" dirty="0" smtClean="0"/>
                        <a:t> movie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Random 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System shows error/no</a:t>
                      </a:r>
                      <a:r>
                        <a:rPr lang="en-US" baseline="0" dirty="0" smtClean="0"/>
                        <a:t> result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528198"/>
                  </a:ext>
                </a:extLst>
              </a:tr>
              <a:tr h="870120">
                <a:tc>
                  <a:txBody>
                    <a:bodyPr/>
                    <a:lstStyle/>
                    <a:p>
                      <a:r>
                        <a:rPr lang="en-US" dirty="0" smtClean="0"/>
                        <a:t>TC03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Empty 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Blank search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Prompt user to enter movie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894891"/>
                  </a:ext>
                </a:extLst>
              </a:tr>
              <a:tr h="870120">
                <a:tc>
                  <a:txBody>
                    <a:bodyPr/>
                    <a:lstStyle/>
                    <a:p>
                      <a:r>
                        <a:rPr lang="en-US" dirty="0" smtClean="0"/>
                        <a:t>TC04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Database</a:t>
                      </a:r>
                      <a:r>
                        <a:rPr lang="en-US" baseline="0" dirty="0" smtClean="0"/>
                        <a:t> connection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Load dataset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Movies loaded</a:t>
                      </a:r>
                      <a:r>
                        <a:rPr lang="en-US" baseline="0" dirty="0" smtClean="0"/>
                        <a:t> successfully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486569"/>
                  </a:ext>
                </a:extLst>
              </a:tr>
              <a:tr h="870120">
                <a:tc>
                  <a:txBody>
                    <a:bodyPr/>
                    <a:lstStyle/>
                    <a:p>
                      <a:r>
                        <a:rPr lang="en-US" dirty="0" smtClean="0"/>
                        <a:t>TC05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Recommendation speed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Select movie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Results generated quickly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73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932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273300"/>
            <a:ext cx="7704667" cy="3332816"/>
          </a:xfrm>
        </p:spPr>
        <p:txBody>
          <a:bodyPr/>
          <a:lstStyle/>
          <a:p>
            <a:r>
              <a:rPr lang="en-US" dirty="0"/>
              <a:t>Deployment is the final phase where the trained recommendation model is made available to real users through a web interface or application.</a:t>
            </a:r>
          </a:p>
          <a:p>
            <a:r>
              <a:rPr lang="en-US" dirty="0"/>
              <a:t>The system is hosted on a server so users can access movie recommendations anytime.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26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09699"/>
          </a:xfrm>
        </p:spPr>
        <p:txBody>
          <a:bodyPr/>
          <a:lstStyle/>
          <a:p>
            <a:r>
              <a:rPr lang="en-US" dirty="0"/>
              <a:t>Deployment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00" y="2438401"/>
            <a:ext cx="7835899" cy="4419599"/>
          </a:xfrm>
        </p:spPr>
      </p:pic>
    </p:spTree>
    <p:extLst>
      <p:ext uri="{BB962C8B-B14F-4D97-AF65-F5344CB8AC3E}">
        <p14:creationId xmlns:p14="http://schemas.microsoft.com/office/powerpoint/2010/main" val="11329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Architecture Flow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0896138"/>
              </p:ext>
            </p:extLst>
          </p:nvPr>
        </p:nvGraphicFramePr>
        <p:xfrm>
          <a:off x="982663" y="2222500"/>
          <a:ext cx="7704137" cy="445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168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Output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907866" cy="3713480"/>
          </a:xfrm>
        </p:spPr>
        <p:txBody>
          <a:bodyPr/>
          <a:lstStyle/>
          <a:p>
            <a:r>
              <a:rPr lang="en-US" b="1" dirty="0"/>
              <a:t>User provides input such 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User ID or selected movie</a:t>
            </a:r>
          </a:p>
          <a:p>
            <a:r>
              <a:rPr lang="en-US" b="1" dirty="0"/>
              <a:t>The system generates: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A list of recommended movies tailored to the user’s interests</a:t>
            </a:r>
          </a:p>
          <a:p>
            <a:r>
              <a:rPr lang="en-US" dirty="0"/>
              <a:t>Output demonstrates real-time personalized recommendations.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Screens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80" y="2667000"/>
            <a:ext cx="7701279" cy="3774440"/>
          </a:xfrm>
        </p:spPr>
      </p:pic>
    </p:spTree>
    <p:extLst>
      <p:ext uri="{BB962C8B-B14F-4D97-AF65-F5344CB8AC3E}">
        <p14:creationId xmlns:p14="http://schemas.microsoft.com/office/powerpoint/2010/main" val="121681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&amp;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produces accurate movie recommendations.</a:t>
            </a:r>
          </a:p>
          <a:p>
            <a:r>
              <a:rPr lang="en-US" dirty="0"/>
              <a:t>Personalization is significantly improved compared to generic suggestions.</a:t>
            </a:r>
          </a:p>
          <a:p>
            <a:r>
              <a:rPr lang="en-US" dirty="0"/>
              <a:t>Hybrid model performs better than individual techniques.</a:t>
            </a:r>
          </a:p>
          <a:p>
            <a:r>
              <a:rPr lang="en-US" dirty="0"/>
              <a:t>User satisfaction is enhanced through relevant movie suggestions.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71599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4" y="2044700"/>
            <a:ext cx="7704666" cy="4813300"/>
          </a:xfrm>
        </p:spPr>
      </p:pic>
    </p:spTree>
    <p:extLst>
      <p:ext uri="{BB962C8B-B14F-4D97-AF65-F5344CB8AC3E}">
        <p14:creationId xmlns:p14="http://schemas.microsoft.com/office/powerpoint/2010/main" val="107640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42160"/>
            <a:ext cx="7704667" cy="4815840"/>
          </a:xfrm>
        </p:spPr>
        <p:txBody>
          <a:bodyPr>
            <a:normAutofit/>
          </a:bodyPr>
          <a:lstStyle/>
          <a:p>
            <a:r>
              <a:rPr lang="en-US" dirty="0"/>
              <a:t>The Audience Preference Analysis system successfully demonstrates how machine learning can improve movie recommendation quality by understanding user behavior and preferences. </a:t>
            </a:r>
          </a:p>
          <a:p>
            <a:r>
              <a:rPr lang="en-US" dirty="0"/>
              <a:t>By combining collaborative and content-based filtering in a hybrid model, the system delivers more personalized and accurate suggestions compared to traditional methods.</a:t>
            </a:r>
          </a:p>
          <a:p>
            <a:r>
              <a:rPr lang="en-US" dirty="0"/>
              <a:t> Despite challenges such as cold start and sparse data, the results show strong potential for real-world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34174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161</TotalTime>
  <Words>564</Words>
  <Application>Microsoft Office PowerPoint</Application>
  <PresentationFormat>On-screen Show (4:3)</PresentationFormat>
  <Paragraphs>124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Corbel</vt:lpstr>
      <vt:lpstr>Times New Roman</vt:lpstr>
      <vt:lpstr>Wingdings</vt:lpstr>
      <vt:lpstr>Parallax</vt:lpstr>
      <vt:lpstr>Project Title: Audience Preference Analysis Using ML (Movie Database)</vt:lpstr>
      <vt:lpstr>System Architecture</vt:lpstr>
      <vt:lpstr>System Architecture</vt:lpstr>
      <vt:lpstr>Module Design</vt:lpstr>
      <vt:lpstr>Module Design</vt:lpstr>
      <vt:lpstr>Data Flow Diagram</vt:lpstr>
      <vt:lpstr>Data Flow Diagram</vt:lpstr>
      <vt:lpstr>Coding and implementation </vt:lpstr>
      <vt:lpstr>Text Cases</vt:lpstr>
      <vt:lpstr>Deployment</vt:lpstr>
      <vt:lpstr>Deployment</vt:lpstr>
      <vt:lpstr>Deployment Architecture Flow</vt:lpstr>
      <vt:lpstr>Output Screens</vt:lpstr>
      <vt:lpstr>Output Screens</vt:lpstr>
      <vt:lpstr>Results &amp; Observations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Audience Preference Analysis Using ML (Movie Database)</dc:title>
  <dc:subject/>
  <dc:creator>CHARAN KUMAR</dc:creator>
  <cp:keywords/>
  <dc:description>generated using python-pptx</dc:description>
  <cp:lastModifiedBy>User</cp:lastModifiedBy>
  <cp:revision>23</cp:revision>
  <dcterms:created xsi:type="dcterms:W3CDTF">2013-01-27T09:14:16Z</dcterms:created>
  <dcterms:modified xsi:type="dcterms:W3CDTF">2026-01-30T09:19:04Z</dcterms:modified>
  <cp:category/>
</cp:coreProperties>
</file>